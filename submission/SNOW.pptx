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32A4E18-8607-453A-BB52-3D689334F73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722CA0-2680-4358-9E1F-C9B6FA526C2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4BEA61-6ED7-4478-91FF-98A8C3A2FA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B505F4-3396-420B-99B5-16A4FEFCF6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BAD3F8-0152-4E90-8FE2-FD7D1E1420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3BF180-D24A-401C-AA47-6876FCEA15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6FBDC7-36F8-4724-9C2F-97CFA2CBE3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8E51563-6752-4AB4-B572-FA570F3E79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33C5885-D401-4AF7-BB04-D68E00E3B5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335428-3953-4C09-AE7E-E6ECDA32C9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BAB2CA-2027-4AE2-9AF5-53B8C9D663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43F4F7-DC13-4881-87EA-1CB6E4764B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49ACBEA-8338-48C5-B75B-0978AAA6AE7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98B288A-882A-424C-886B-2561BF7B5CB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7BC6876-249F-48CD-86C1-CFBA1CEC684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1AC85A0-A24A-4C97-8A49-26B25325DE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DC400F7-577E-4CC5-AA73-A8885338E2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9E4DCAB-CE89-4938-85D6-4964F8A975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3A76FBA-90FB-410D-AD69-1E958F7E59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A8FB1AA-417E-4C31-9AF0-A25AE632E5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F8A6352-988B-4F77-9A44-4404F5E597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283B078-F7B8-4E85-B2CE-4C3474C3C2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D76EDC4-5596-40AA-8D38-A04F897935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26E1189-53DE-4AA7-976C-19FA5B8EC6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0E28CCC-5BFA-4246-B4C0-471458619DE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4DB5DFE-7B52-4BC5-95CA-4F4CDA87AC7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b="0" lang="en-US" sz="6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787878"/>
                </a:solidFill>
                <a:latin typeface="Aptos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261746-D1AB-4C98-AC41-10E38BED5D3A}" type="slidenum">
              <a:rPr b="0" lang="en-US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4" marL="20574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787878"/>
                </a:solidFill>
                <a:latin typeface="Aptos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278F9A-AC43-43A7-B408-6D552A4AE8BE}" type="slidenum">
              <a:rPr b="0" lang="en-US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rgbClr val="000000"/>
                </a:solidFill>
                <a:latin typeface="Aptos Display"/>
              </a:rPr>
              <a:t>Tým SNOW</a:t>
            </a:r>
            <a:endParaRPr b="0" lang="en-US" sz="6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Vladimír Mrkáček</a:t>
            </a:r>
            <a:endParaRPr b="0" lang="en-US" sz="24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Jakub Zupko</a:t>
            </a:r>
            <a:endParaRPr b="0" lang="en-US" sz="24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Adam Maleček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První pokusy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7000"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Výběr modelu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Logistická regrese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Mělká neuronová síť (1 skrytá vrstva)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Mutační funkce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Random šum do všech vah a biasu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Výstupem modelu jsou všechny 4 výstupy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Problémy: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Zatáčení i na jednoduché mapě i při vysokém počtu generací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Auta měli tendenci se zastavit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46BD4FD-C260-4209-B030-2F256540E0EF}" type="slidenum">
              <a:t>2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2E23F4F9-FB3D-48FA-B149-03D4837C5D95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Úpravy modelu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Logistickou regresi jsme zahodili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Snažili jsme se vylepšit mělkou neuronovou síť (1 skrytá vrstva)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Jako vstupní parametr jsme zahrnuli rychlost (10 vstupů)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9 senzorů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Rychlost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Počet neuronů ve skryté vrstvě 10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Aktivační funkce jsme zkoušeli ReLU, ale i Leaky ReLU (zamezí vypnutí neuronu)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Na výstupní vrstvě (4 výstupy) jsme použili Sigmoid pro zachování 0 až 1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4C97022-2862-49D0-BEFB-BE9000A1261B}" type="slidenum">
              <a:t>3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43B0FDCE-06CE-4E05-9AF7-823B6B189EF5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Úpravy trénování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Fitness funkce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Z počátku pouze jen distance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Přidání odměny za průměrnou rychlost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Pokusy 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Penalizací za malou rychlost (nefungovalo - veliké zrychlení)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Odměna za “přežití” (nefungovalo – auta měla tendenci zastavovat)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Pokusy s postupným zvyšovaním elitismu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Po určitém počtu generací se snížil počet elitních aut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Nezaznamenali jsme veliký vliv na výsledek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638FF0C-5917-4ECA-951A-A18D2909C05E}" type="slidenum">
              <a:t>4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81E6292D-C574-4138-B141-09589AB28969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Úpravy trénování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Mutační funkce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Místo random šumu použit Gaussovský šum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Mutuje se pouze náhodná podmnožina vah a biasu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S postupem generací se: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Snižuje počet vah a biasu, které se zmutují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Snižuje se směrodatná odchylka pro Gaussovský šum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D9EE419-70B0-4364-865A-415135724160}" type="slidenum">
              <a:t>5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211E8DED-5F0B-4FB6-B746-BD29419F587D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Finální model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Hlubší neuronová síť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Vstupní vrstva – 15 parametrů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9 senzorů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Rychlost (normalizovaná – dělená maximální rychlostí)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Umělé parametry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Změna rychlosti vůči předchozí (efektivní zrychlování/brždění)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Nejmenší vzdálenost k překážkám (držení minimální vzdálenosti od překážek)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Poměr nejmenší vzdálenosti k překážce vůči rychlosti (rovinky + zpomalení do zatáček)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Držení středu (bezpečný odstup)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Předchozí stav zatáčení (držení směru zatáčení)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67F0549-9E8B-4ACD-8AD3-EC95001A54EF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6F550E31-8C61-4BE1-B6EA-4C66BEC40B8D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Finální model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Hlubší neuronová síť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Vstupní vrstva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10 neuronů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Aktivační funkce ReLU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Druhá skrytá vrstva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4 neurony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Aktivační funkce ReLU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Výstupní vrstva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2 neurony (spojení plyn/brzda a zatáčení vlevo/vpravo)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Aktivační funkce Sigmoid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6CAFE06-2F66-43C4-B2A4-C8EF64EE2168}" type="slidenum">
              <a:t>7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7E0277FF-B1BD-423B-A7A2-4E8E338EA264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Neověřené postupy</a:t>
            </a:r>
            <a:endParaRPr b="0" lang="en-US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Kvůli nedostatku generací jsme nevyzkoušeli plně:</a:t>
            </a:r>
            <a:endParaRPr b="0" lang="en-US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Přidání šumu do vstupních senzorů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Zlepšení robustnosti modelu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Penalizaci za pomalou jízdu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Kombinace odměňování rychlosti vůči času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marL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91DC615-B88D-4CC8-A0D8-EC3120C23890}" type="slidenum">
              <a:t>8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B0F6D4EB-6713-4516-ACF9-D9921F0BC002}" type="datetime1">
              <a:rPr lang="en-US"/>
              <a:t>01/11/2026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Application>LibreOffice/7.3.7.2$Linux_X86_64 LibreOffice_project/30$Build-2</Application>
  <AppVersion>15.0000</AppVersion>
  <Words>369</Words>
  <Paragraphs>84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2026-01-11T08:22:38Z</dcterms:created>
  <dc:creator>Vladimír Mrkacek (CZ)</dc:creator>
  <dc:description/>
  <dc:language>en-US</dc:language>
  <cp:lastModifiedBy/>
  <dcterms:modified xsi:type="dcterms:W3CDTF">2026-01-11T10:46:21Z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8</vt:i4>
  </property>
</Properties>
</file>