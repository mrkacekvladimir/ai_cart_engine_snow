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E0258-4129-9D48-B3A2-218951AB95FA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8B7FB-406F-0547-BCF7-9EC9AC856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1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B7FB-406F-0547-BCF7-9EC9AC8565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7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AFFE-8557-C2C1-F5B6-A691357A1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9CC5C-65FA-CBE9-160B-27D5E69AC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1BB27-4903-ACDC-ECD2-C13117F2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8538-F1D4-C44B-93B1-65E1C4B0C352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A4D06-447B-8078-1856-734EE019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476DA-36C9-EA2D-3671-6265ACA5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B8A6-8494-03DA-BB4E-135822FB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DA51A-A7C8-DDDA-CF88-140B4E7BB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22344-8B09-F198-4171-3E226FFF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9BD61-E983-0EAD-F8B2-400F4F01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3FC2-DA05-0647-D3ED-DCD02DF2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1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3CD4-28DF-E210-5877-A719A3E0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995CA-4FA2-345E-C3D1-1F81BC72B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FF06F-2C1A-B492-C8A0-40785056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7901-2CAC-EB4E-8463-96E82286849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5C29A-B12C-5A0C-0727-D6F66708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1288-7282-21E2-C32F-8499D6BB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9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3C5C-CE5A-3CEE-71A2-B69A81CD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3B78-7CA5-0175-0BC8-3FEFE99A4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E9FB1-932E-E006-DC7D-5EBCCD6D9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FFC99-1C2C-5B9D-F2E9-FE213C33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9B08-AC71-7241-93AD-76DC8732670D}" type="datetime1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32BC1-6B80-7B2F-D56E-02029F9D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82C0E-CC89-CE9F-141E-462E42B5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6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BAAF-9270-F396-1FF9-AE90FF65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0A7C3-81E9-0B2E-BDB4-AE16333A2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15988-E004-EB29-56A9-DD01EBEB3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05C4C-65ED-7E52-6274-BFB6C8FF2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DC4D7-9E7C-FE11-5E2C-35F298E7D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9CC48-4B6B-A72D-C652-3D49B43E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7F24-5C24-1A4B-86C0-4A744CFC246A}" type="datetime1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11DDCD-DB54-0E27-034F-AD7FB7C61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DA525-FE9B-0E91-3F89-732CA2DA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1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13FC-558C-D630-F7C0-7CD6079F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A9C91-AC89-969A-8C67-7340E4FE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99F41-6AA9-1843-992A-7CFF2414692C}" type="datetime1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5AFCD-5F08-6166-3495-3B637A3B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784A1-E4A6-CB3B-CCB6-D65D7766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9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26ECD-2044-CF02-B393-259F102D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F713-75FD-6540-97BB-BDC5604F1103}" type="datetime1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10161-1B5F-828E-FC49-E49146A2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03CC-1B9A-9B46-87BA-462FA96B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5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24572-8C10-702C-96C4-2947D625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60EB-DA05-0686-F5A6-A945ACA67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7FD3E-B526-F3B5-3FBA-9D0876959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EB6C9-67D6-2A64-1776-E27D3A93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4F40-65E8-8C47-BC96-97B25DF0F438}" type="datetime1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BFBE5-27C9-C272-E82B-46F2A1B9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60436-B857-C069-E6B5-A3680B15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6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1468-2A1A-051F-67DF-1218E173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C7A1D-87FC-16E6-D5B8-124747F52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12D91-1B1A-2859-FF12-03E115D2E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77817-3E9F-9D86-4574-4F91A1CF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4C7A-CF4A-124B-9C08-D2889528F7D6}" type="datetime1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ED397-2996-2C4B-C63E-E5EAC9AA2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C3E1-7FC0-5386-DCC9-BC4809A1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5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B277-0E06-F6D2-7233-7EC8DD5C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6F696-4FB6-1096-39B5-620FC5F00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3A16B-E098-26D3-B0BB-04C28CC4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7E17-B42A-5147-BF0E-D4CF50EEF085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212C-06FF-AEC7-5216-5D1D9C11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F2FCF-1091-9DFE-3541-469F2201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7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B75F3-5583-6C6F-BB4F-33E9A5AD2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FF657-EA10-C7B2-E725-35EE13361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50404-009A-EF5E-076E-52FE68E6A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77F-1C37-4648-AF0A-AA1BEC25D5BF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CAD36-CC43-DB06-D8E8-35B0A622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5CCFC-3E9E-0AD2-D919-680700DB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1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431FB-8DD7-4ABF-21B9-F65ED894A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4770F-A890-9F05-5B44-474E7F979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9C522-2355-0C1E-6014-23F01318F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DDD77-9C52-9D4A-A6EA-7100E565DE2B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37E40-DB7C-3FCB-5647-1246CB996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81B1-84F9-6399-9171-D88E14719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14955-2556-8C47-9024-16793CDB0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9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5341-C467-B5A8-8D5D-0C1EFE906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Tým</a:t>
            </a:r>
            <a:r>
              <a:rPr lang="en-US" dirty="0"/>
              <a:t> SNOW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30DB7-A4D3-FF39-7E92-CC4A32DC8D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Vladimír </a:t>
            </a:r>
            <a:r>
              <a:rPr lang="en-US" dirty="0" err="1"/>
              <a:t>Mrkáček</a:t>
            </a:r>
            <a:endParaRPr lang="en-US" dirty="0"/>
          </a:p>
          <a:p>
            <a:r>
              <a:rPr lang="en-US" dirty="0"/>
              <a:t>Jakub Zupko</a:t>
            </a:r>
          </a:p>
          <a:p>
            <a:r>
              <a:rPr lang="en-US" dirty="0"/>
              <a:t>Adam </a:t>
            </a:r>
            <a:r>
              <a:rPr lang="en-US" dirty="0" err="1"/>
              <a:t>Maleček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1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0CF30-5D67-F410-80FF-F90084BE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První</a:t>
            </a:r>
            <a:r>
              <a:rPr lang="en-US" dirty="0"/>
              <a:t> </a:t>
            </a:r>
            <a:r>
              <a:rPr lang="en-US" dirty="0" err="1"/>
              <a:t>pokusy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674F-8EDE-734A-AE32-F0EA8F90B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Výběr</a:t>
            </a:r>
            <a:r>
              <a:rPr lang="en-US" dirty="0"/>
              <a:t> </a:t>
            </a:r>
            <a:r>
              <a:rPr lang="en-US" dirty="0" err="1"/>
              <a:t>modelu</a:t>
            </a:r>
            <a:endParaRPr lang="en-US" dirty="0"/>
          </a:p>
          <a:p>
            <a:pPr lvl="1"/>
            <a:r>
              <a:rPr lang="en-US" dirty="0" err="1"/>
              <a:t>Logistická</a:t>
            </a:r>
            <a:r>
              <a:rPr lang="en-US" dirty="0"/>
              <a:t> </a:t>
            </a:r>
            <a:r>
              <a:rPr lang="en-US" dirty="0" err="1"/>
              <a:t>regrese</a:t>
            </a:r>
            <a:endParaRPr lang="en-US" dirty="0"/>
          </a:p>
          <a:p>
            <a:pPr lvl="1"/>
            <a:r>
              <a:rPr lang="en-US" dirty="0" err="1"/>
              <a:t>Mělká</a:t>
            </a:r>
            <a:r>
              <a:rPr lang="en-US" dirty="0"/>
              <a:t> </a:t>
            </a:r>
            <a:r>
              <a:rPr lang="en-US" dirty="0" err="1"/>
              <a:t>neuronová</a:t>
            </a:r>
            <a:r>
              <a:rPr lang="en-US" dirty="0"/>
              <a:t> </a:t>
            </a:r>
            <a:r>
              <a:rPr lang="en-US" dirty="0" err="1"/>
              <a:t>síť</a:t>
            </a:r>
            <a:r>
              <a:rPr lang="en-US" dirty="0"/>
              <a:t> (1 </a:t>
            </a:r>
            <a:r>
              <a:rPr lang="en-US" dirty="0" err="1"/>
              <a:t>skrytá</a:t>
            </a:r>
            <a:r>
              <a:rPr lang="en-US" dirty="0"/>
              <a:t> </a:t>
            </a:r>
            <a:r>
              <a:rPr lang="en-US" dirty="0" err="1"/>
              <a:t>vrstva</a:t>
            </a:r>
            <a:r>
              <a:rPr lang="en-US" dirty="0"/>
              <a:t>)</a:t>
            </a:r>
          </a:p>
          <a:p>
            <a:r>
              <a:rPr lang="en-US" dirty="0" err="1"/>
              <a:t>Mutační</a:t>
            </a:r>
            <a:r>
              <a:rPr lang="en-US" dirty="0"/>
              <a:t> </a:t>
            </a:r>
            <a:r>
              <a:rPr lang="en-US" dirty="0" err="1"/>
              <a:t>funkce</a:t>
            </a:r>
            <a:endParaRPr lang="en-US" dirty="0"/>
          </a:p>
          <a:p>
            <a:pPr lvl="1"/>
            <a:r>
              <a:rPr lang="en-US" dirty="0"/>
              <a:t>Random </a:t>
            </a:r>
            <a:r>
              <a:rPr lang="en-US" dirty="0" err="1"/>
              <a:t>šum</a:t>
            </a:r>
            <a:r>
              <a:rPr lang="en-US" dirty="0"/>
              <a:t> do </a:t>
            </a:r>
            <a:r>
              <a:rPr lang="en-US" dirty="0" err="1"/>
              <a:t>všech</a:t>
            </a:r>
            <a:r>
              <a:rPr lang="en-US" dirty="0"/>
              <a:t> </a:t>
            </a:r>
            <a:r>
              <a:rPr lang="en-US" dirty="0" err="1"/>
              <a:t>vah</a:t>
            </a:r>
            <a:r>
              <a:rPr lang="en-US" dirty="0"/>
              <a:t> a </a:t>
            </a:r>
            <a:r>
              <a:rPr lang="en-US" dirty="0" err="1"/>
              <a:t>biasu</a:t>
            </a:r>
            <a:endParaRPr lang="en-US" dirty="0"/>
          </a:p>
          <a:p>
            <a:r>
              <a:rPr lang="en-US" dirty="0" err="1"/>
              <a:t>Výstupem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všechny</a:t>
            </a:r>
            <a:r>
              <a:rPr lang="en-US" dirty="0"/>
              <a:t> 4 </a:t>
            </a:r>
            <a:r>
              <a:rPr lang="en-US" dirty="0" err="1"/>
              <a:t>výstupy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Problémy:</a:t>
            </a:r>
          </a:p>
          <a:p>
            <a:pPr lvl="1"/>
            <a:r>
              <a:rPr lang="en-US" dirty="0" err="1"/>
              <a:t>Zatáčení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jednoduché</a:t>
            </a:r>
            <a:r>
              <a:rPr lang="en-US" dirty="0"/>
              <a:t> </a:t>
            </a:r>
            <a:r>
              <a:rPr lang="en-US" dirty="0" err="1"/>
              <a:t>mapě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při</a:t>
            </a:r>
            <a:r>
              <a:rPr lang="en-US" dirty="0"/>
              <a:t> </a:t>
            </a:r>
            <a:r>
              <a:rPr lang="en-US" dirty="0" err="1"/>
              <a:t>vysokém</a:t>
            </a:r>
            <a:r>
              <a:rPr lang="en-US" dirty="0"/>
              <a:t> </a:t>
            </a:r>
            <a:r>
              <a:rPr lang="en-US" dirty="0" err="1"/>
              <a:t>počtu</a:t>
            </a:r>
            <a:r>
              <a:rPr lang="en-US" dirty="0"/>
              <a:t> </a:t>
            </a:r>
            <a:r>
              <a:rPr lang="en-US" dirty="0" err="1"/>
              <a:t>generací</a:t>
            </a:r>
            <a:endParaRPr lang="en-US" dirty="0"/>
          </a:p>
          <a:p>
            <a:pPr lvl="1"/>
            <a:r>
              <a:rPr lang="en-US" dirty="0"/>
              <a:t>Auta </a:t>
            </a:r>
            <a:r>
              <a:rPr lang="en-US" dirty="0" err="1"/>
              <a:t>měli</a:t>
            </a:r>
            <a:r>
              <a:rPr lang="en-US" dirty="0"/>
              <a:t> </a:t>
            </a:r>
            <a:r>
              <a:rPr lang="en-US" dirty="0" err="1"/>
              <a:t>tendenci</a:t>
            </a:r>
            <a:r>
              <a:rPr lang="en-US" dirty="0"/>
              <a:t> se </a:t>
            </a:r>
            <a:r>
              <a:rPr lang="en-US" dirty="0" err="1"/>
              <a:t>zastavit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31B62-051F-818D-7A5A-F31BDF36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CD-65F6-A6F5-362E-81B7D355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9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BCDF-5B13-0346-5D1B-FD400620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Úpravy</a:t>
            </a:r>
            <a:r>
              <a:rPr lang="en-US" dirty="0"/>
              <a:t> </a:t>
            </a:r>
            <a:r>
              <a:rPr lang="en-US" dirty="0" err="1"/>
              <a:t>modelu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29CA2-9EBC-12E9-FC28-87117A312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Logistickou</a:t>
            </a:r>
            <a:r>
              <a:rPr lang="en-US" dirty="0"/>
              <a:t> </a:t>
            </a:r>
            <a:r>
              <a:rPr lang="en-US" dirty="0" err="1"/>
              <a:t>regresi</a:t>
            </a:r>
            <a:r>
              <a:rPr lang="en-US" dirty="0"/>
              <a:t> </a:t>
            </a:r>
            <a:r>
              <a:rPr lang="en-US" dirty="0" err="1"/>
              <a:t>jsme</a:t>
            </a:r>
            <a:r>
              <a:rPr lang="en-US" dirty="0"/>
              <a:t> </a:t>
            </a:r>
            <a:r>
              <a:rPr lang="en-US" dirty="0" err="1"/>
              <a:t>zahodili</a:t>
            </a:r>
            <a:endParaRPr lang="en-US" dirty="0"/>
          </a:p>
          <a:p>
            <a:r>
              <a:rPr lang="en-US" dirty="0" err="1"/>
              <a:t>Snažili</a:t>
            </a:r>
            <a:r>
              <a:rPr lang="en-US" dirty="0"/>
              <a:t> </a:t>
            </a:r>
            <a:r>
              <a:rPr lang="en-US" dirty="0" err="1"/>
              <a:t>jsme</a:t>
            </a:r>
            <a:r>
              <a:rPr lang="en-US" dirty="0"/>
              <a:t> se </a:t>
            </a:r>
            <a:r>
              <a:rPr lang="en-US" dirty="0" err="1"/>
              <a:t>vylepšit</a:t>
            </a:r>
            <a:r>
              <a:rPr lang="en-US" dirty="0"/>
              <a:t> </a:t>
            </a:r>
            <a:r>
              <a:rPr lang="en-US" dirty="0" err="1"/>
              <a:t>mělkou</a:t>
            </a:r>
            <a:r>
              <a:rPr lang="en-US" dirty="0"/>
              <a:t> </a:t>
            </a:r>
            <a:r>
              <a:rPr lang="en-US" dirty="0" err="1"/>
              <a:t>neuronovou</a:t>
            </a:r>
            <a:r>
              <a:rPr lang="en-US" dirty="0"/>
              <a:t> </a:t>
            </a:r>
            <a:r>
              <a:rPr lang="en-US" dirty="0" err="1"/>
              <a:t>síť</a:t>
            </a:r>
            <a:r>
              <a:rPr lang="en-US" dirty="0"/>
              <a:t> (1 </a:t>
            </a:r>
            <a:r>
              <a:rPr lang="en-US" dirty="0" err="1"/>
              <a:t>skrytá</a:t>
            </a:r>
            <a:r>
              <a:rPr lang="en-US" dirty="0"/>
              <a:t> </a:t>
            </a:r>
            <a:r>
              <a:rPr lang="en-US" dirty="0" err="1"/>
              <a:t>vrstva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Jako </a:t>
            </a:r>
            <a:r>
              <a:rPr lang="en-US" dirty="0" err="1"/>
              <a:t>vstupní</a:t>
            </a:r>
            <a:r>
              <a:rPr lang="en-US" dirty="0"/>
              <a:t> </a:t>
            </a:r>
            <a:r>
              <a:rPr lang="en-US" dirty="0" err="1"/>
              <a:t>parametr</a:t>
            </a:r>
            <a:r>
              <a:rPr lang="en-US" dirty="0"/>
              <a:t> </a:t>
            </a:r>
            <a:r>
              <a:rPr lang="en-US" dirty="0" err="1"/>
              <a:t>jsme</a:t>
            </a:r>
            <a:r>
              <a:rPr lang="en-US" dirty="0"/>
              <a:t> </a:t>
            </a:r>
            <a:r>
              <a:rPr lang="en-US" dirty="0" err="1"/>
              <a:t>zahrnuli</a:t>
            </a:r>
            <a:r>
              <a:rPr lang="en-US" dirty="0"/>
              <a:t> </a:t>
            </a:r>
            <a:r>
              <a:rPr lang="en-US" dirty="0" err="1"/>
              <a:t>rychlost</a:t>
            </a:r>
            <a:r>
              <a:rPr lang="en-US" dirty="0"/>
              <a:t> (10 </a:t>
            </a:r>
            <a:r>
              <a:rPr lang="en-US" dirty="0" err="1"/>
              <a:t>vstupů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9 </a:t>
            </a:r>
            <a:r>
              <a:rPr lang="en-US" dirty="0" err="1"/>
              <a:t>senzorů</a:t>
            </a:r>
            <a:endParaRPr lang="en-US" dirty="0"/>
          </a:p>
          <a:p>
            <a:pPr lvl="2"/>
            <a:r>
              <a:rPr lang="en-US" dirty="0" err="1"/>
              <a:t>Rychlost</a:t>
            </a:r>
            <a:endParaRPr lang="en-US" dirty="0"/>
          </a:p>
          <a:p>
            <a:pPr lvl="1"/>
            <a:r>
              <a:rPr lang="en-US" dirty="0" err="1"/>
              <a:t>Počet</a:t>
            </a:r>
            <a:r>
              <a:rPr lang="en-US" dirty="0"/>
              <a:t> </a:t>
            </a:r>
            <a:r>
              <a:rPr lang="en-US" dirty="0" err="1"/>
              <a:t>neuronů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skryté</a:t>
            </a:r>
            <a:r>
              <a:rPr lang="en-US" dirty="0"/>
              <a:t> </a:t>
            </a:r>
            <a:r>
              <a:rPr lang="en-US" dirty="0" err="1"/>
              <a:t>vrstvě</a:t>
            </a:r>
            <a:r>
              <a:rPr lang="en-US" dirty="0"/>
              <a:t> 10</a:t>
            </a:r>
          </a:p>
          <a:p>
            <a:pPr lvl="1"/>
            <a:r>
              <a:rPr lang="en-US" dirty="0" err="1"/>
              <a:t>Aktivační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en-US" dirty="0"/>
              <a:t> </a:t>
            </a:r>
            <a:r>
              <a:rPr lang="en-US" dirty="0" err="1"/>
              <a:t>jsme</a:t>
            </a:r>
            <a:r>
              <a:rPr lang="en-US" dirty="0"/>
              <a:t> </a:t>
            </a:r>
            <a:r>
              <a:rPr lang="en-US" dirty="0" err="1"/>
              <a:t>zkoušeli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en-US" dirty="0"/>
              <a:t>, ale </a:t>
            </a:r>
            <a:r>
              <a:rPr lang="en-US" dirty="0" err="1"/>
              <a:t>i</a:t>
            </a:r>
            <a:r>
              <a:rPr lang="en-US" dirty="0"/>
              <a:t> Leaky </a:t>
            </a:r>
            <a:r>
              <a:rPr lang="en-US" dirty="0" err="1"/>
              <a:t>ReLU</a:t>
            </a:r>
            <a:r>
              <a:rPr lang="en-US" dirty="0"/>
              <a:t> (</a:t>
            </a:r>
            <a:r>
              <a:rPr lang="en-US" dirty="0" err="1"/>
              <a:t>zamezí</a:t>
            </a:r>
            <a:r>
              <a:rPr lang="en-US" dirty="0"/>
              <a:t> </a:t>
            </a:r>
            <a:r>
              <a:rPr lang="en-US" dirty="0" err="1"/>
              <a:t>vypnutí</a:t>
            </a:r>
            <a:r>
              <a:rPr lang="en-US" dirty="0"/>
              <a:t> </a:t>
            </a:r>
            <a:r>
              <a:rPr lang="en-US" dirty="0" err="1"/>
              <a:t>neuronu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Na </a:t>
            </a:r>
            <a:r>
              <a:rPr lang="en-US" dirty="0" err="1"/>
              <a:t>výstupní</a:t>
            </a:r>
            <a:r>
              <a:rPr lang="en-US" dirty="0"/>
              <a:t> </a:t>
            </a:r>
            <a:r>
              <a:rPr lang="en-US" dirty="0" err="1"/>
              <a:t>vrstvě</a:t>
            </a:r>
            <a:r>
              <a:rPr lang="en-US" dirty="0"/>
              <a:t> (4 </a:t>
            </a:r>
            <a:r>
              <a:rPr lang="en-US" dirty="0" err="1"/>
              <a:t>výstupy</a:t>
            </a:r>
            <a:r>
              <a:rPr lang="en-US" dirty="0"/>
              <a:t>) </a:t>
            </a:r>
            <a:r>
              <a:rPr lang="en-US" dirty="0" err="1"/>
              <a:t>jsme</a:t>
            </a:r>
            <a:r>
              <a:rPr lang="en-US" dirty="0"/>
              <a:t> </a:t>
            </a:r>
            <a:r>
              <a:rPr lang="en-US" dirty="0" err="1"/>
              <a:t>použili</a:t>
            </a:r>
            <a:r>
              <a:rPr lang="en-US" dirty="0"/>
              <a:t> Sigmoid pro </a:t>
            </a:r>
            <a:r>
              <a:rPr lang="en-US" dirty="0" err="1"/>
              <a:t>zachování</a:t>
            </a:r>
            <a:r>
              <a:rPr lang="en-US" dirty="0"/>
              <a:t> 0 </a:t>
            </a:r>
            <a:r>
              <a:rPr lang="en-US" dirty="0" err="1"/>
              <a:t>až</a:t>
            </a:r>
            <a:r>
              <a:rPr lang="en-US" dirty="0"/>
              <a:t> 1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688C2-6D05-E042-56BA-B37AE759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4E4B2-1875-99F2-8B66-64E8D972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2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C1BA-5F24-D19F-921E-94683782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Úpravy</a:t>
            </a:r>
            <a:r>
              <a:rPr lang="en-US" dirty="0"/>
              <a:t> </a:t>
            </a:r>
            <a:r>
              <a:rPr lang="en-US" dirty="0" err="1"/>
              <a:t>trénování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7F8B5-7832-DE79-0107-2075EC714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Fitness </a:t>
            </a:r>
            <a:r>
              <a:rPr lang="en-US" dirty="0" err="1"/>
              <a:t>funkce</a:t>
            </a:r>
            <a:endParaRPr lang="en-US" dirty="0"/>
          </a:p>
          <a:p>
            <a:pPr lvl="1"/>
            <a:r>
              <a:rPr lang="en-US" dirty="0"/>
              <a:t>Z </a:t>
            </a:r>
            <a:r>
              <a:rPr lang="en-US" dirty="0" err="1"/>
              <a:t>počátku</a:t>
            </a:r>
            <a:r>
              <a:rPr lang="en-US" dirty="0"/>
              <a:t> </a:t>
            </a:r>
            <a:r>
              <a:rPr lang="en-US" dirty="0" err="1"/>
              <a:t>pouze</a:t>
            </a:r>
            <a:r>
              <a:rPr lang="en-US" dirty="0"/>
              <a:t> </a:t>
            </a:r>
            <a:r>
              <a:rPr lang="en-US" dirty="0" err="1"/>
              <a:t>jen</a:t>
            </a:r>
            <a:r>
              <a:rPr lang="en-US" dirty="0"/>
              <a:t> distance</a:t>
            </a:r>
          </a:p>
          <a:p>
            <a:pPr lvl="1"/>
            <a:r>
              <a:rPr lang="en-US" dirty="0" err="1"/>
              <a:t>Přidání</a:t>
            </a:r>
            <a:r>
              <a:rPr lang="en-US" dirty="0"/>
              <a:t> </a:t>
            </a:r>
            <a:r>
              <a:rPr lang="en-US" dirty="0" err="1"/>
              <a:t>odměny</a:t>
            </a:r>
            <a:r>
              <a:rPr lang="en-US" dirty="0"/>
              <a:t> za </a:t>
            </a:r>
            <a:r>
              <a:rPr lang="en-US" dirty="0" err="1"/>
              <a:t>průměrnou</a:t>
            </a:r>
            <a:r>
              <a:rPr lang="en-US" dirty="0"/>
              <a:t> </a:t>
            </a:r>
            <a:r>
              <a:rPr lang="en-US" dirty="0" err="1"/>
              <a:t>rychlost</a:t>
            </a:r>
            <a:endParaRPr lang="en-US" dirty="0"/>
          </a:p>
          <a:p>
            <a:pPr lvl="1"/>
            <a:r>
              <a:rPr lang="en-US" dirty="0" err="1"/>
              <a:t>Pokusy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Penalizací</a:t>
            </a:r>
            <a:r>
              <a:rPr lang="en-US" dirty="0"/>
              <a:t> za </a:t>
            </a:r>
            <a:r>
              <a:rPr lang="en-US" dirty="0" err="1"/>
              <a:t>malou</a:t>
            </a:r>
            <a:r>
              <a:rPr lang="en-US" dirty="0"/>
              <a:t> </a:t>
            </a:r>
            <a:r>
              <a:rPr lang="en-US" dirty="0" err="1"/>
              <a:t>rychlost</a:t>
            </a:r>
            <a:r>
              <a:rPr lang="en-US" dirty="0"/>
              <a:t> (</a:t>
            </a:r>
            <a:r>
              <a:rPr lang="en-US" dirty="0" err="1"/>
              <a:t>nefungovalo</a:t>
            </a:r>
            <a:r>
              <a:rPr lang="en-US" dirty="0"/>
              <a:t> - </a:t>
            </a:r>
            <a:r>
              <a:rPr lang="en-US" dirty="0" err="1"/>
              <a:t>veliké</a:t>
            </a:r>
            <a:r>
              <a:rPr lang="en-US" dirty="0"/>
              <a:t> </a:t>
            </a:r>
            <a:r>
              <a:rPr lang="en-US" dirty="0" err="1"/>
              <a:t>zrychlení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Odměna</a:t>
            </a:r>
            <a:r>
              <a:rPr lang="en-US" dirty="0"/>
              <a:t> za “</a:t>
            </a:r>
            <a:r>
              <a:rPr lang="en-US" dirty="0" err="1"/>
              <a:t>přežití</a:t>
            </a:r>
            <a:r>
              <a:rPr lang="en-US" dirty="0"/>
              <a:t>” (</a:t>
            </a:r>
            <a:r>
              <a:rPr lang="en-US" dirty="0" err="1"/>
              <a:t>nefungovalo</a:t>
            </a:r>
            <a:r>
              <a:rPr lang="en-US" dirty="0"/>
              <a:t> – </a:t>
            </a:r>
            <a:r>
              <a:rPr lang="en-US" dirty="0" err="1"/>
              <a:t>auta</a:t>
            </a:r>
            <a:r>
              <a:rPr lang="en-US" dirty="0"/>
              <a:t> </a:t>
            </a:r>
            <a:r>
              <a:rPr lang="en-US" dirty="0" err="1"/>
              <a:t>měla</a:t>
            </a:r>
            <a:r>
              <a:rPr lang="en-US" dirty="0"/>
              <a:t> </a:t>
            </a:r>
            <a:r>
              <a:rPr lang="en-US" dirty="0" err="1"/>
              <a:t>tendenci</a:t>
            </a:r>
            <a:r>
              <a:rPr lang="en-US" dirty="0"/>
              <a:t> </a:t>
            </a:r>
            <a:r>
              <a:rPr lang="en-US" dirty="0" err="1"/>
              <a:t>zastavovat</a:t>
            </a:r>
            <a:r>
              <a:rPr lang="en-US" dirty="0"/>
              <a:t>)</a:t>
            </a:r>
          </a:p>
          <a:p>
            <a:r>
              <a:rPr lang="en-US" dirty="0" err="1"/>
              <a:t>Pokusy</a:t>
            </a:r>
            <a:r>
              <a:rPr lang="en-US" dirty="0"/>
              <a:t> s </a:t>
            </a:r>
            <a:r>
              <a:rPr lang="en-US" dirty="0" err="1"/>
              <a:t>postupným</a:t>
            </a:r>
            <a:r>
              <a:rPr lang="en-US" dirty="0"/>
              <a:t> </a:t>
            </a:r>
            <a:r>
              <a:rPr lang="en-US" dirty="0" err="1"/>
              <a:t>zvyšovaním</a:t>
            </a:r>
            <a:r>
              <a:rPr lang="en-US" dirty="0"/>
              <a:t> </a:t>
            </a:r>
            <a:r>
              <a:rPr lang="en-US" dirty="0" err="1"/>
              <a:t>elitismu</a:t>
            </a:r>
            <a:endParaRPr lang="en-US" dirty="0"/>
          </a:p>
          <a:p>
            <a:pPr lvl="1"/>
            <a:r>
              <a:rPr lang="en-US" dirty="0"/>
              <a:t>Po </a:t>
            </a:r>
            <a:r>
              <a:rPr lang="en-US" dirty="0" err="1"/>
              <a:t>určitém</a:t>
            </a:r>
            <a:r>
              <a:rPr lang="en-US" dirty="0"/>
              <a:t> </a:t>
            </a:r>
            <a:r>
              <a:rPr lang="en-US" dirty="0" err="1"/>
              <a:t>počtu</a:t>
            </a:r>
            <a:r>
              <a:rPr lang="en-US" dirty="0"/>
              <a:t> </a:t>
            </a:r>
            <a:r>
              <a:rPr lang="en-US" dirty="0" err="1"/>
              <a:t>generací</a:t>
            </a:r>
            <a:r>
              <a:rPr lang="en-US" dirty="0"/>
              <a:t> se </a:t>
            </a:r>
            <a:r>
              <a:rPr lang="en-US" dirty="0" err="1"/>
              <a:t>snížil</a:t>
            </a:r>
            <a:r>
              <a:rPr lang="en-US" dirty="0"/>
              <a:t> </a:t>
            </a:r>
            <a:r>
              <a:rPr lang="en-US" dirty="0" err="1"/>
              <a:t>počet</a:t>
            </a:r>
            <a:r>
              <a:rPr lang="en-US" dirty="0"/>
              <a:t> </a:t>
            </a:r>
            <a:r>
              <a:rPr lang="en-US" dirty="0" err="1"/>
              <a:t>elitních</a:t>
            </a:r>
            <a:r>
              <a:rPr lang="en-US" dirty="0"/>
              <a:t> </a:t>
            </a:r>
            <a:r>
              <a:rPr lang="en-US" dirty="0" err="1"/>
              <a:t>aut</a:t>
            </a:r>
            <a:endParaRPr lang="en-US" dirty="0"/>
          </a:p>
          <a:p>
            <a:pPr lvl="1"/>
            <a:r>
              <a:rPr lang="en-US" dirty="0" err="1"/>
              <a:t>Nezaznamenali</a:t>
            </a:r>
            <a:r>
              <a:rPr lang="en-US" dirty="0"/>
              <a:t> </a:t>
            </a:r>
            <a:r>
              <a:rPr lang="en-US" dirty="0" err="1"/>
              <a:t>jsme</a:t>
            </a:r>
            <a:r>
              <a:rPr lang="en-US" dirty="0"/>
              <a:t> </a:t>
            </a:r>
            <a:r>
              <a:rPr lang="en-US" dirty="0" err="1"/>
              <a:t>veliký</a:t>
            </a:r>
            <a:r>
              <a:rPr lang="en-US" dirty="0"/>
              <a:t> </a:t>
            </a:r>
            <a:r>
              <a:rPr lang="en-US" dirty="0" err="1"/>
              <a:t>vliv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výsledek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D222-7370-982D-1EC6-AC20AA4A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74722-A327-B6FB-D88F-3B4B1979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20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7658-AD67-E394-3B1A-33A3E697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Úpravy</a:t>
            </a:r>
            <a:r>
              <a:rPr lang="en-US" dirty="0"/>
              <a:t> </a:t>
            </a:r>
            <a:r>
              <a:rPr lang="en-US" dirty="0" err="1"/>
              <a:t>trénování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6FFED-9EF3-9E35-4322-C8376DA4E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Mutační</a:t>
            </a:r>
            <a:r>
              <a:rPr lang="en-US" dirty="0"/>
              <a:t> </a:t>
            </a:r>
            <a:r>
              <a:rPr lang="en-US" dirty="0" err="1"/>
              <a:t>funkce</a:t>
            </a:r>
            <a:endParaRPr lang="en-US" dirty="0"/>
          </a:p>
          <a:p>
            <a:pPr lvl="1"/>
            <a:r>
              <a:rPr lang="en-US" dirty="0" err="1"/>
              <a:t>Místo</a:t>
            </a:r>
            <a:r>
              <a:rPr lang="en-US" dirty="0"/>
              <a:t> random </a:t>
            </a:r>
            <a:r>
              <a:rPr lang="en-US" dirty="0" err="1"/>
              <a:t>šumu</a:t>
            </a:r>
            <a:r>
              <a:rPr lang="en-US" dirty="0"/>
              <a:t> </a:t>
            </a:r>
            <a:r>
              <a:rPr lang="en-US" dirty="0" err="1"/>
              <a:t>použit</a:t>
            </a:r>
            <a:r>
              <a:rPr lang="en-US" dirty="0"/>
              <a:t> </a:t>
            </a:r>
            <a:r>
              <a:rPr lang="en-US" dirty="0" err="1"/>
              <a:t>Gaussovský</a:t>
            </a:r>
            <a:r>
              <a:rPr lang="en-US" dirty="0"/>
              <a:t> </a:t>
            </a:r>
            <a:r>
              <a:rPr lang="en-US" dirty="0" err="1"/>
              <a:t>šum</a:t>
            </a:r>
            <a:endParaRPr lang="en-US" dirty="0"/>
          </a:p>
          <a:p>
            <a:pPr lvl="1"/>
            <a:r>
              <a:rPr lang="en-US" dirty="0" err="1"/>
              <a:t>Mutuje</a:t>
            </a:r>
            <a:r>
              <a:rPr lang="en-US" dirty="0"/>
              <a:t> se </a:t>
            </a:r>
            <a:r>
              <a:rPr lang="en-US" dirty="0" err="1"/>
              <a:t>pouze</a:t>
            </a:r>
            <a:r>
              <a:rPr lang="en-US" dirty="0"/>
              <a:t> </a:t>
            </a:r>
            <a:r>
              <a:rPr lang="en-US" dirty="0" err="1"/>
              <a:t>náhodná</a:t>
            </a:r>
            <a:r>
              <a:rPr lang="en-US" dirty="0"/>
              <a:t> </a:t>
            </a:r>
            <a:r>
              <a:rPr lang="en-US" dirty="0" err="1"/>
              <a:t>podmnožina</a:t>
            </a:r>
            <a:r>
              <a:rPr lang="en-US" dirty="0"/>
              <a:t> </a:t>
            </a:r>
            <a:r>
              <a:rPr lang="en-US" dirty="0" err="1"/>
              <a:t>vah</a:t>
            </a:r>
            <a:r>
              <a:rPr lang="en-US" dirty="0"/>
              <a:t> a </a:t>
            </a:r>
            <a:r>
              <a:rPr lang="en-US" dirty="0" err="1"/>
              <a:t>biasu</a:t>
            </a:r>
            <a:endParaRPr lang="en-US" dirty="0"/>
          </a:p>
          <a:p>
            <a:pPr lvl="1"/>
            <a:r>
              <a:rPr lang="en-US" dirty="0"/>
              <a:t>S </a:t>
            </a:r>
            <a:r>
              <a:rPr lang="en-US" dirty="0" err="1"/>
              <a:t>postupem</a:t>
            </a:r>
            <a:r>
              <a:rPr lang="en-US" dirty="0"/>
              <a:t> </a:t>
            </a:r>
            <a:r>
              <a:rPr lang="en-US" dirty="0" err="1"/>
              <a:t>generací</a:t>
            </a:r>
            <a:r>
              <a:rPr lang="en-US" dirty="0"/>
              <a:t> se:</a:t>
            </a:r>
          </a:p>
          <a:p>
            <a:pPr lvl="2"/>
            <a:r>
              <a:rPr lang="en-US" dirty="0" err="1"/>
              <a:t>Snižuje</a:t>
            </a:r>
            <a:r>
              <a:rPr lang="en-US" dirty="0"/>
              <a:t> </a:t>
            </a:r>
            <a:r>
              <a:rPr lang="en-US" dirty="0" err="1"/>
              <a:t>počet</a:t>
            </a:r>
            <a:r>
              <a:rPr lang="en-US" dirty="0"/>
              <a:t> </a:t>
            </a:r>
            <a:r>
              <a:rPr lang="en-US" dirty="0" err="1"/>
              <a:t>vah</a:t>
            </a:r>
            <a:r>
              <a:rPr lang="en-US" dirty="0"/>
              <a:t> a </a:t>
            </a:r>
            <a:r>
              <a:rPr lang="en-US" dirty="0" err="1"/>
              <a:t>biasu</a:t>
            </a:r>
            <a:r>
              <a:rPr lang="en-US" dirty="0"/>
              <a:t>, </a:t>
            </a:r>
            <a:r>
              <a:rPr lang="en-US" dirty="0" err="1"/>
              <a:t>které</a:t>
            </a:r>
            <a:r>
              <a:rPr lang="en-US" dirty="0"/>
              <a:t> se </a:t>
            </a:r>
            <a:r>
              <a:rPr lang="en-US" dirty="0" err="1"/>
              <a:t>zmutují</a:t>
            </a:r>
            <a:endParaRPr lang="en-US" dirty="0"/>
          </a:p>
          <a:p>
            <a:pPr lvl="2"/>
            <a:r>
              <a:rPr lang="en-US" dirty="0" err="1"/>
              <a:t>Snižuje</a:t>
            </a:r>
            <a:r>
              <a:rPr lang="en-US" dirty="0"/>
              <a:t> se </a:t>
            </a:r>
            <a:r>
              <a:rPr lang="en-US" dirty="0" err="1"/>
              <a:t>směrodatná</a:t>
            </a:r>
            <a:r>
              <a:rPr lang="en-US" dirty="0"/>
              <a:t> </a:t>
            </a:r>
            <a:r>
              <a:rPr lang="en-US" dirty="0" err="1"/>
              <a:t>odchylka</a:t>
            </a:r>
            <a:r>
              <a:rPr lang="en-US" dirty="0"/>
              <a:t> pro </a:t>
            </a:r>
            <a:r>
              <a:rPr lang="en-US" dirty="0" err="1"/>
              <a:t>Gaussovský</a:t>
            </a:r>
            <a:r>
              <a:rPr lang="en-US" dirty="0"/>
              <a:t> </a:t>
            </a:r>
            <a:r>
              <a:rPr lang="en-US" dirty="0" err="1"/>
              <a:t>šum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A9EC3-5D11-C25C-C42C-3983540A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B5668-5E4E-3C8D-9E53-B3D0C7C0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2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7168-BFEC-A7C4-D76A-BCCB5E9B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Finální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B2A1-6634-8646-FCA1-881F10382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Hlubší</a:t>
            </a:r>
            <a:r>
              <a:rPr lang="en-US" dirty="0"/>
              <a:t> </a:t>
            </a:r>
            <a:r>
              <a:rPr lang="en-US" dirty="0" err="1"/>
              <a:t>neuronová</a:t>
            </a:r>
            <a:r>
              <a:rPr lang="en-US" dirty="0"/>
              <a:t> </a:t>
            </a:r>
            <a:r>
              <a:rPr lang="en-US" dirty="0" err="1"/>
              <a:t>síť</a:t>
            </a:r>
            <a:endParaRPr lang="en-US" dirty="0"/>
          </a:p>
          <a:p>
            <a:pPr lvl="1"/>
            <a:r>
              <a:rPr lang="en-US" dirty="0" err="1"/>
              <a:t>Vstupní</a:t>
            </a:r>
            <a:r>
              <a:rPr lang="en-US" dirty="0"/>
              <a:t> </a:t>
            </a:r>
            <a:r>
              <a:rPr lang="en-US" dirty="0" err="1"/>
              <a:t>vrstva</a:t>
            </a:r>
            <a:r>
              <a:rPr lang="en-US" dirty="0"/>
              <a:t> – 15 </a:t>
            </a:r>
            <a:r>
              <a:rPr lang="en-US" dirty="0" err="1"/>
              <a:t>parametrů</a:t>
            </a:r>
            <a:endParaRPr lang="en-US" dirty="0"/>
          </a:p>
          <a:p>
            <a:pPr lvl="2"/>
            <a:r>
              <a:rPr lang="en-US" dirty="0"/>
              <a:t>9 </a:t>
            </a:r>
            <a:r>
              <a:rPr lang="en-US" dirty="0" err="1"/>
              <a:t>senzorů</a:t>
            </a:r>
            <a:endParaRPr lang="en-US" dirty="0"/>
          </a:p>
          <a:p>
            <a:pPr lvl="2"/>
            <a:r>
              <a:rPr lang="en-US" dirty="0" err="1"/>
              <a:t>Rychlost</a:t>
            </a:r>
            <a:r>
              <a:rPr lang="en-US" dirty="0"/>
              <a:t> (</a:t>
            </a:r>
            <a:r>
              <a:rPr lang="en-US" dirty="0" err="1"/>
              <a:t>normalizovaná</a:t>
            </a:r>
            <a:r>
              <a:rPr lang="en-US" dirty="0"/>
              <a:t> – </a:t>
            </a:r>
            <a:r>
              <a:rPr lang="en-US" dirty="0" err="1"/>
              <a:t>dělená</a:t>
            </a:r>
            <a:r>
              <a:rPr lang="en-US" dirty="0"/>
              <a:t> </a:t>
            </a:r>
            <a:r>
              <a:rPr lang="en-US" dirty="0" err="1"/>
              <a:t>maximální</a:t>
            </a:r>
            <a:r>
              <a:rPr lang="en-US" dirty="0"/>
              <a:t> </a:t>
            </a:r>
            <a:r>
              <a:rPr lang="en-US" dirty="0" err="1"/>
              <a:t>rychlostí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Umělé </a:t>
            </a:r>
            <a:r>
              <a:rPr lang="en-US" dirty="0" err="1"/>
              <a:t>parametry</a:t>
            </a:r>
            <a:endParaRPr lang="en-US" dirty="0"/>
          </a:p>
          <a:p>
            <a:pPr lvl="3"/>
            <a:r>
              <a:rPr lang="en-US" dirty="0" err="1"/>
              <a:t>Změna</a:t>
            </a:r>
            <a:r>
              <a:rPr lang="en-US" dirty="0"/>
              <a:t> </a:t>
            </a:r>
            <a:r>
              <a:rPr lang="en-US" dirty="0" err="1"/>
              <a:t>rychlosti</a:t>
            </a:r>
            <a:r>
              <a:rPr lang="en-US" dirty="0"/>
              <a:t> </a:t>
            </a:r>
            <a:r>
              <a:rPr lang="en-US" dirty="0" err="1"/>
              <a:t>vůči</a:t>
            </a:r>
            <a:r>
              <a:rPr lang="en-US" dirty="0"/>
              <a:t> </a:t>
            </a:r>
            <a:r>
              <a:rPr lang="en-US" dirty="0" err="1"/>
              <a:t>předchozí</a:t>
            </a:r>
            <a:r>
              <a:rPr lang="en-US" dirty="0"/>
              <a:t> (</a:t>
            </a:r>
            <a:r>
              <a:rPr lang="en-US" dirty="0" err="1"/>
              <a:t>efektivní</a:t>
            </a:r>
            <a:r>
              <a:rPr lang="en-US" dirty="0"/>
              <a:t> </a:t>
            </a:r>
            <a:r>
              <a:rPr lang="en-US" dirty="0" err="1"/>
              <a:t>zrychlování</a:t>
            </a:r>
            <a:r>
              <a:rPr lang="en-US" dirty="0"/>
              <a:t>/</a:t>
            </a:r>
            <a:r>
              <a:rPr lang="en-US" dirty="0" err="1"/>
              <a:t>brždění</a:t>
            </a:r>
            <a:r>
              <a:rPr lang="en-US" dirty="0"/>
              <a:t>)</a:t>
            </a:r>
          </a:p>
          <a:p>
            <a:pPr lvl="3"/>
            <a:r>
              <a:rPr lang="en-US" dirty="0" err="1"/>
              <a:t>Nejmenší</a:t>
            </a:r>
            <a:r>
              <a:rPr lang="en-US" dirty="0"/>
              <a:t> </a:t>
            </a:r>
            <a:r>
              <a:rPr lang="en-US" dirty="0" err="1"/>
              <a:t>vzdálenost</a:t>
            </a:r>
            <a:r>
              <a:rPr lang="en-US" dirty="0"/>
              <a:t> k </a:t>
            </a:r>
            <a:r>
              <a:rPr lang="en-US" dirty="0" err="1"/>
              <a:t>překážkám</a:t>
            </a:r>
            <a:r>
              <a:rPr lang="en-US" dirty="0"/>
              <a:t> (</a:t>
            </a:r>
            <a:r>
              <a:rPr lang="en-US" dirty="0" err="1"/>
              <a:t>držení</a:t>
            </a:r>
            <a:r>
              <a:rPr lang="en-US" dirty="0"/>
              <a:t> </a:t>
            </a:r>
            <a:r>
              <a:rPr lang="en-US" dirty="0" err="1"/>
              <a:t>minimální</a:t>
            </a:r>
            <a:r>
              <a:rPr lang="en-US" dirty="0"/>
              <a:t> </a:t>
            </a:r>
            <a:r>
              <a:rPr lang="en-US" dirty="0" err="1"/>
              <a:t>vzdálenosti</a:t>
            </a:r>
            <a:r>
              <a:rPr lang="en-US" dirty="0"/>
              <a:t> od </a:t>
            </a:r>
            <a:r>
              <a:rPr lang="en-US" dirty="0" err="1"/>
              <a:t>překážek</a:t>
            </a:r>
            <a:r>
              <a:rPr lang="en-US" dirty="0"/>
              <a:t>)</a:t>
            </a:r>
          </a:p>
          <a:p>
            <a:pPr lvl="3"/>
            <a:r>
              <a:rPr lang="en-US" dirty="0" err="1"/>
              <a:t>Poměr</a:t>
            </a:r>
            <a:r>
              <a:rPr lang="en-US" dirty="0"/>
              <a:t> </a:t>
            </a:r>
            <a:r>
              <a:rPr lang="en-US" dirty="0" err="1"/>
              <a:t>nejmenší</a:t>
            </a:r>
            <a:r>
              <a:rPr lang="en-US" dirty="0"/>
              <a:t> </a:t>
            </a:r>
            <a:r>
              <a:rPr lang="en-US" dirty="0" err="1"/>
              <a:t>vzdálenosti</a:t>
            </a:r>
            <a:r>
              <a:rPr lang="en-US" dirty="0"/>
              <a:t> k </a:t>
            </a:r>
            <a:r>
              <a:rPr lang="en-US" dirty="0" err="1"/>
              <a:t>překážce</a:t>
            </a:r>
            <a:r>
              <a:rPr lang="en-US" dirty="0"/>
              <a:t> </a:t>
            </a:r>
            <a:r>
              <a:rPr lang="en-US" dirty="0" err="1"/>
              <a:t>vůči</a:t>
            </a:r>
            <a:r>
              <a:rPr lang="en-US" dirty="0"/>
              <a:t> </a:t>
            </a:r>
            <a:r>
              <a:rPr lang="en-US" dirty="0" err="1"/>
              <a:t>rychlosti</a:t>
            </a:r>
            <a:r>
              <a:rPr lang="en-US" dirty="0"/>
              <a:t> (</a:t>
            </a:r>
            <a:r>
              <a:rPr lang="en-US" dirty="0" err="1"/>
              <a:t>rovinky</a:t>
            </a:r>
            <a:r>
              <a:rPr lang="en-US" dirty="0"/>
              <a:t> + </a:t>
            </a:r>
            <a:r>
              <a:rPr lang="en-US" dirty="0" err="1"/>
              <a:t>zpomalení</a:t>
            </a:r>
            <a:r>
              <a:rPr lang="en-US" dirty="0"/>
              <a:t> do </a:t>
            </a:r>
            <a:r>
              <a:rPr lang="en-US" dirty="0" err="1"/>
              <a:t>zatáček</a:t>
            </a:r>
            <a:r>
              <a:rPr lang="en-US" dirty="0"/>
              <a:t>)</a:t>
            </a:r>
          </a:p>
          <a:p>
            <a:pPr lvl="3"/>
            <a:r>
              <a:rPr lang="en-US" dirty="0" err="1"/>
              <a:t>Držení</a:t>
            </a:r>
            <a:r>
              <a:rPr lang="en-US" dirty="0"/>
              <a:t> </a:t>
            </a:r>
            <a:r>
              <a:rPr lang="en-US" dirty="0" err="1"/>
              <a:t>středu</a:t>
            </a:r>
            <a:r>
              <a:rPr lang="en-US" dirty="0"/>
              <a:t> (</a:t>
            </a:r>
            <a:r>
              <a:rPr lang="en-US" dirty="0" err="1"/>
              <a:t>bezpečný</a:t>
            </a:r>
            <a:r>
              <a:rPr lang="en-US" dirty="0"/>
              <a:t> </a:t>
            </a:r>
            <a:r>
              <a:rPr lang="en-US" dirty="0" err="1"/>
              <a:t>odstup</a:t>
            </a:r>
            <a:r>
              <a:rPr lang="en-US" dirty="0"/>
              <a:t>)</a:t>
            </a:r>
          </a:p>
          <a:p>
            <a:pPr lvl="3"/>
            <a:r>
              <a:rPr lang="en-US" dirty="0" err="1"/>
              <a:t>Předchozí</a:t>
            </a:r>
            <a:r>
              <a:rPr lang="en-US" dirty="0"/>
              <a:t> </a:t>
            </a:r>
            <a:r>
              <a:rPr lang="en-US" dirty="0" err="1"/>
              <a:t>stav</a:t>
            </a:r>
            <a:r>
              <a:rPr lang="en-US" dirty="0"/>
              <a:t> </a:t>
            </a:r>
            <a:r>
              <a:rPr lang="en-US" dirty="0" err="1"/>
              <a:t>zatáčení</a:t>
            </a:r>
            <a:r>
              <a:rPr lang="en-US" dirty="0"/>
              <a:t> (</a:t>
            </a:r>
            <a:r>
              <a:rPr lang="en-US" dirty="0" err="1"/>
              <a:t>držení</a:t>
            </a:r>
            <a:r>
              <a:rPr lang="en-US" dirty="0"/>
              <a:t> </a:t>
            </a:r>
            <a:r>
              <a:rPr lang="en-US" dirty="0" err="1"/>
              <a:t>směru</a:t>
            </a:r>
            <a:r>
              <a:rPr lang="en-US" dirty="0"/>
              <a:t> </a:t>
            </a:r>
            <a:r>
              <a:rPr lang="en-US" dirty="0" err="1"/>
              <a:t>zatáčení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F58C-26E1-FA76-2C33-D9141BE1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008DB-2E6D-FDE5-2AC2-369F24E1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6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7D22-40CC-140E-F7B4-DF31AE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8182-7D8E-AD04-4592-EB3D7F40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Finální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D874-F35C-B6E5-33F4-05B608AAD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Hlubší</a:t>
            </a:r>
            <a:r>
              <a:rPr lang="en-US" dirty="0"/>
              <a:t> </a:t>
            </a:r>
            <a:r>
              <a:rPr lang="en-US" dirty="0" err="1"/>
              <a:t>neuronová</a:t>
            </a:r>
            <a:r>
              <a:rPr lang="en-US" dirty="0"/>
              <a:t> </a:t>
            </a:r>
            <a:r>
              <a:rPr lang="en-US" dirty="0" err="1"/>
              <a:t>síť</a:t>
            </a:r>
            <a:endParaRPr lang="en-US" dirty="0"/>
          </a:p>
          <a:p>
            <a:pPr lvl="1"/>
            <a:r>
              <a:rPr lang="en-US" dirty="0" err="1"/>
              <a:t>První</a:t>
            </a:r>
            <a:r>
              <a:rPr lang="en-US" dirty="0"/>
              <a:t> </a:t>
            </a:r>
            <a:r>
              <a:rPr lang="en-US" dirty="0" err="1"/>
              <a:t>skrytá</a:t>
            </a:r>
            <a:r>
              <a:rPr lang="en-US" dirty="0"/>
              <a:t> </a:t>
            </a:r>
            <a:r>
              <a:rPr lang="en-US" dirty="0" err="1"/>
              <a:t>vrstva</a:t>
            </a:r>
            <a:endParaRPr lang="en-US" dirty="0"/>
          </a:p>
          <a:p>
            <a:pPr lvl="2"/>
            <a:r>
              <a:rPr lang="en-US" dirty="0"/>
              <a:t>10 </a:t>
            </a:r>
            <a:r>
              <a:rPr lang="en-US" dirty="0" err="1"/>
              <a:t>neuronů</a:t>
            </a:r>
            <a:endParaRPr lang="en-US" dirty="0"/>
          </a:p>
          <a:p>
            <a:pPr lvl="2"/>
            <a:r>
              <a:rPr lang="en-US" dirty="0" err="1"/>
              <a:t>Aktivační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en-US" dirty="0"/>
              <a:t> </a:t>
            </a:r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dirty="0" err="1"/>
              <a:t>Druhá</a:t>
            </a:r>
            <a:r>
              <a:rPr lang="en-US" dirty="0"/>
              <a:t> </a:t>
            </a:r>
            <a:r>
              <a:rPr lang="en-US" dirty="0" err="1"/>
              <a:t>skrytá</a:t>
            </a:r>
            <a:r>
              <a:rPr lang="en-US" dirty="0"/>
              <a:t> </a:t>
            </a:r>
            <a:r>
              <a:rPr lang="en-US" dirty="0" err="1"/>
              <a:t>vrstva</a:t>
            </a:r>
            <a:endParaRPr lang="en-US" dirty="0"/>
          </a:p>
          <a:p>
            <a:pPr lvl="2"/>
            <a:r>
              <a:rPr lang="en-US" dirty="0"/>
              <a:t>4 </a:t>
            </a:r>
            <a:r>
              <a:rPr lang="en-US" dirty="0" err="1"/>
              <a:t>neurony</a:t>
            </a:r>
            <a:endParaRPr lang="en-US" dirty="0"/>
          </a:p>
          <a:p>
            <a:pPr lvl="2"/>
            <a:r>
              <a:rPr lang="en-US" dirty="0" err="1"/>
              <a:t>Aktivační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en-US" dirty="0"/>
              <a:t> </a:t>
            </a:r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dirty="0" err="1"/>
              <a:t>Výstupní</a:t>
            </a:r>
            <a:r>
              <a:rPr lang="en-US" dirty="0"/>
              <a:t> </a:t>
            </a:r>
            <a:r>
              <a:rPr lang="en-US" dirty="0" err="1"/>
              <a:t>vrstva</a:t>
            </a:r>
            <a:endParaRPr lang="en-US" dirty="0"/>
          </a:p>
          <a:p>
            <a:pPr lvl="2"/>
            <a:r>
              <a:rPr lang="en-US" dirty="0"/>
              <a:t>2 </a:t>
            </a:r>
            <a:r>
              <a:rPr lang="en-US" dirty="0" err="1"/>
              <a:t>neurony</a:t>
            </a:r>
            <a:r>
              <a:rPr lang="en-US" dirty="0"/>
              <a:t> (</a:t>
            </a:r>
            <a:r>
              <a:rPr lang="en-US" dirty="0" err="1"/>
              <a:t>spojení</a:t>
            </a:r>
            <a:r>
              <a:rPr lang="en-US" dirty="0"/>
              <a:t> </a:t>
            </a:r>
            <a:r>
              <a:rPr lang="en-US" dirty="0" err="1"/>
              <a:t>plyn</a:t>
            </a:r>
            <a:r>
              <a:rPr lang="en-US" dirty="0"/>
              <a:t>/</a:t>
            </a:r>
            <a:r>
              <a:rPr lang="en-US" dirty="0" err="1"/>
              <a:t>brzda</a:t>
            </a:r>
            <a:r>
              <a:rPr lang="en-US" dirty="0"/>
              <a:t> a </a:t>
            </a:r>
            <a:r>
              <a:rPr lang="en-US" dirty="0" err="1"/>
              <a:t>zatáčení</a:t>
            </a:r>
            <a:r>
              <a:rPr lang="en-US" dirty="0"/>
              <a:t> </a:t>
            </a:r>
            <a:r>
              <a:rPr lang="en-US" dirty="0" err="1"/>
              <a:t>vlevo</a:t>
            </a:r>
            <a:r>
              <a:rPr lang="en-US" dirty="0"/>
              <a:t>/</a:t>
            </a:r>
            <a:r>
              <a:rPr lang="en-US" dirty="0" err="1"/>
              <a:t>vpravo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Aktivační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en-US" dirty="0"/>
              <a:t> Sigmoid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C6CE0-A1F1-EE70-35C8-14CF6369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76E55-7693-6E98-22BC-58BF4790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1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7F93-64FB-4554-76EA-0FE9D02E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Neověřené</a:t>
            </a:r>
            <a:r>
              <a:rPr lang="en-US" dirty="0"/>
              <a:t> </a:t>
            </a:r>
            <a:r>
              <a:rPr lang="en-US" dirty="0" err="1"/>
              <a:t>postupy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181F-5355-639E-CE79-84A0D8F3E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Kvůli</a:t>
            </a:r>
            <a:r>
              <a:rPr lang="en-US" dirty="0"/>
              <a:t> </a:t>
            </a:r>
            <a:r>
              <a:rPr lang="en-US" dirty="0" err="1"/>
              <a:t>nedostatku</a:t>
            </a:r>
            <a:r>
              <a:rPr lang="en-US" dirty="0"/>
              <a:t> </a:t>
            </a:r>
            <a:r>
              <a:rPr lang="en-US" dirty="0" err="1"/>
              <a:t>generací</a:t>
            </a:r>
            <a:r>
              <a:rPr lang="en-US" dirty="0"/>
              <a:t> </a:t>
            </a:r>
            <a:r>
              <a:rPr lang="en-US" dirty="0" err="1"/>
              <a:t>jsme</a:t>
            </a:r>
            <a:r>
              <a:rPr lang="en-US" dirty="0"/>
              <a:t> </a:t>
            </a:r>
            <a:r>
              <a:rPr lang="en-US" dirty="0" err="1"/>
              <a:t>nevyzkoušeli</a:t>
            </a:r>
            <a:r>
              <a:rPr lang="en-US" dirty="0"/>
              <a:t> </a:t>
            </a:r>
            <a:r>
              <a:rPr lang="en-US" dirty="0" err="1"/>
              <a:t>plně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Přidání</a:t>
            </a:r>
            <a:r>
              <a:rPr lang="en-US" dirty="0"/>
              <a:t> </a:t>
            </a:r>
            <a:r>
              <a:rPr lang="en-US" dirty="0" err="1"/>
              <a:t>šumu</a:t>
            </a:r>
            <a:r>
              <a:rPr lang="en-US" dirty="0"/>
              <a:t> do </a:t>
            </a:r>
            <a:r>
              <a:rPr lang="en-US" dirty="0" err="1"/>
              <a:t>vstupních</a:t>
            </a:r>
            <a:r>
              <a:rPr lang="en-US" dirty="0"/>
              <a:t> </a:t>
            </a:r>
            <a:r>
              <a:rPr lang="en-US" dirty="0" err="1"/>
              <a:t>senzorů</a:t>
            </a:r>
            <a:endParaRPr lang="en-US" dirty="0"/>
          </a:p>
          <a:p>
            <a:pPr lvl="2"/>
            <a:r>
              <a:rPr lang="en-US" dirty="0" err="1"/>
              <a:t>Zlepšení</a:t>
            </a:r>
            <a:r>
              <a:rPr lang="en-US" dirty="0"/>
              <a:t> </a:t>
            </a:r>
            <a:r>
              <a:rPr lang="en-US" dirty="0" err="1"/>
              <a:t>robustnosti</a:t>
            </a:r>
            <a:r>
              <a:rPr lang="en-US" dirty="0"/>
              <a:t> </a:t>
            </a:r>
            <a:r>
              <a:rPr lang="en-US" dirty="0" err="1"/>
              <a:t>modelu</a:t>
            </a:r>
            <a:endParaRPr lang="en-US" dirty="0"/>
          </a:p>
          <a:p>
            <a:pPr lvl="1"/>
            <a:r>
              <a:rPr lang="en-US" dirty="0" err="1"/>
              <a:t>Penalizaci</a:t>
            </a:r>
            <a:r>
              <a:rPr lang="en-US" dirty="0"/>
              <a:t> za </a:t>
            </a:r>
            <a:r>
              <a:rPr lang="en-US" dirty="0" err="1"/>
              <a:t>pomalou</a:t>
            </a:r>
            <a:r>
              <a:rPr lang="en-US" dirty="0"/>
              <a:t> </a:t>
            </a:r>
            <a:r>
              <a:rPr lang="en-US" dirty="0" err="1"/>
              <a:t>jízdu</a:t>
            </a:r>
            <a:endParaRPr lang="en-US" dirty="0"/>
          </a:p>
          <a:p>
            <a:pPr lvl="1"/>
            <a:r>
              <a:rPr lang="en-US" dirty="0" err="1"/>
              <a:t>Kombinace</a:t>
            </a:r>
            <a:r>
              <a:rPr lang="en-US" dirty="0"/>
              <a:t> </a:t>
            </a:r>
            <a:r>
              <a:rPr lang="en-US" dirty="0" err="1"/>
              <a:t>odměňování</a:t>
            </a:r>
            <a:r>
              <a:rPr lang="en-US" dirty="0"/>
              <a:t> </a:t>
            </a:r>
            <a:r>
              <a:rPr lang="en-US" dirty="0" err="1"/>
              <a:t>rychlosti</a:t>
            </a:r>
            <a:r>
              <a:rPr lang="en-US" dirty="0"/>
              <a:t> </a:t>
            </a:r>
            <a:r>
              <a:rPr lang="en-US" dirty="0" err="1"/>
              <a:t>vůči</a:t>
            </a:r>
            <a:r>
              <a:rPr lang="en-US" dirty="0"/>
              <a:t> </a:t>
            </a:r>
            <a:r>
              <a:rPr lang="en-US" dirty="0" err="1"/>
              <a:t>času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5B28E-1EE1-F11A-D73F-989AB1C4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BA35-4765-C44D-8654-AEFC0515D90A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3B10B-A428-3986-CB83-3A3396E4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4955-2556-8C47-9024-16793CDB06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7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369</Words>
  <Application>Microsoft Macintosh PowerPoint</Application>
  <PresentationFormat>Widescreen</PresentationFormat>
  <Paragraphs>84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Tým SNOW</vt:lpstr>
      <vt:lpstr>První pokusy</vt:lpstr>
      <vt:lpstr>Úpravy modelu</vt:lpstr>
      <vt:lpstr>Úpravy trénování</vt:lpstr>
      <vt:lpstr>Úpravy trénování</vt:lpstr>
      <vt:lpstr>Finální model</vt:lpstr>
      <vt:lpstr>Finální model</vt:lpstr>
      <vt:lpstr>Neověřené postupy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Vladimír Mrkacek (CZ)</dc:creator>
  <cp:lastModifiedBy>Vladimír Mrkacek (CZ)</cp:lastModifiedBy>
  <cp:revision>7</cp:revision>
  <dcterms:created xsi:type="dcterms:W3CDTF">2026-01-11T08:22:38Z</dcterms:created>
  <dcterms:modified xsi:type="dcterms:W3CDTF">2026-01-11T08:53:01Z</dcterms:modified>
</cp:coreProperties>
</file>